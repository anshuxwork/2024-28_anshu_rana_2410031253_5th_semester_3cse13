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2746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206240"/>
            <a:ext cx="3291840" cy="3291840"/>
          </a:xfrm>
          <a:prstGeom prst="ellipse">
            <a:avLst/>
          </a:prstGeom>
          <a:solidFill>
            <a:srgbClr val="12746A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PRESENTATION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3172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Full Stack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FC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— with Project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– EduSkills Virtual Internship Program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4617720"/>
            <a:ext cx="192024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800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 Rana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1937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2410031253  |  B.Tech CSE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2746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005840"/>
            <a:ext cx="1188720" cy="11887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Anshu Rana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&amp; Engineering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822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EDF3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75564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0025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2410031253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2624328"/>
            <a:ext cx="502920" cy="502920"/>
          </a:xfrm>
          <a:prstGeom prst="ellipse">
            <a:avLst/>
          </a:prstGeom>
          <a:solidFill>
            <a:srgbClr val="EDF3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59689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8437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3465576"/>
            <a:ext cx="502920" cy="502920"/>
          </a:xfrm>
          <a:prstGeom prst="ellipse">
            <a:avLst/>
          </a:prstGeom>
          <a:solidFill>
            <a:srgbClr val="EDF3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4381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685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0" y="4306824"/>
            <a:ext cx="502920" cy="502920"/>
          </a:xfrm>
          <a:prstGeom prst="ellipse">
            <a:avLst/>
          </a:prstGeom>
          <a:solidFill>
            <a:srgbClr val="EDF3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42793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4526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with Project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0" y="5148072"/>
            <a:ext cx="502920" cy="502920"/>
          </a:xfrm>
          <a:prstGeom prst="ellipse">
            <a:avLst/>
          </a:prstGeom>
          <a:solidFill>
            <a:srgbClr val="EDF3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5120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53675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(Virtual Internship)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Internship  •  Anshu Rana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Path Into Full-Stack Development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provided structured training in Python Full Stack Development, combining theoretical learning with hands-on project work. It focused on modern web technologies — Python, FastAPI, Pydantic, React, and SQLAlchemy — covering the complete lifecycle of a web application: project setup, backend development, frontend integration, testing, and deployment.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50215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291840"/>
            <a:ext cx="640080" cy="6400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114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Focus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5262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and Pydantic for building and validating robust APIs.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017520"/>
            <a:ext cx="350215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3291840"/>
            <a:ext cx="640080" cy="6400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4114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Focus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5262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Hooks, reusable components, routing, forms, and state management.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017520"/>
            <a:ext cx="350215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3291840"/>
            <a:ext cx="640080" cy="6400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114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Lifecycle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5262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integration, testing, deployment, and performance optimization.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Internship  •  Anshu Rana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Frontend, Backend &amp; Integration Gaps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132A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01952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modern web applications requires knowledge of multiple technologies and their integration. Learning frontend, backend, databases, and APIs in isolation rarely builds a full understanding of how a complete application actually works.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addressed that gap through hands-on, end-to-end practice: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998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160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397764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62072" y="3977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99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53512" y="4160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(Pydantic)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397764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84064" y="3977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99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75504" y="4160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50024" y="397764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06056" y="3977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99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97496" y="4160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(SQLAlchemy)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397764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8048" y="3977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998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19488" y="4160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Deploy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Internship  •  Anshu Rana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Set Out to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585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Foundations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877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fundamentals of full-stack development end to end.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585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with FastAPI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5877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Python skills and build APIs using FastAPI.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2585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5877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 validation and modeling with Pydantic.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429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858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187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React, Hooks, state management, and reusable components.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29184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3429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858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Integration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187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React with FastAPI and SQLAlchemy for databases.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29184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3429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3858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Skills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187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routing, forms, testing, deployment, and API design in practice.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Internship  •  Anshu Rana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 Behind the Internship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4F7F6"/>
          </a:solidFill>
          <a:ln/>
        </p:spPr>
      </p:sp>
      <p:sp>
        <p:nvSpPr>
          <p:cNvPr id="5" name="Shape 3"/>
          <p:cNvSpPr/>
          <p:nvPr/>
        </p:nvSpPr>
        <p:spPr>
          <a:xfrm>
            <a:off x="1536192" y="1947672"/>
            <a:ext cx="822960" cy="8229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36192" y="19476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6207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6916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4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947672"/>
            <a:ext cx="822960" cy="8229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19476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286207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315468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framework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4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059168" y="1947672"/>
            <a:ext cx="822960" cy="8229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59168" y="19476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286207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315468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&amp; modeling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24544" y="16916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4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9820656" y="1947672"/>
            <a:ext cx="822960" cy="8229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20656" y="19476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286207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61704" y="315468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library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6576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4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536192" y="3913632"/>
            <a:ext cx="822960" cy="8229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536192" y="3913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82803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1206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lifecycle in components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01568" y="36576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4F7F6"/>
          </a:solidFill>
          <a:ln/>
        </p:spPr>
      </p:sp>
      <p:sp>
        <p:nvSpPr>
          <p:cNvPr id="30" name="Shape 28"/>
          <p:cNvSpPr/>
          <p:nvPr/>
        </p:nvSpPr>
        <p:spPr>
          <a:xfrm>
            <a:off x="4297680" y="3913632"/>
            <a:ext cx="822960" cy="8229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297680" y="3913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538728" y="482803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/ Zustand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538728" y="51206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state management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63056" y="36576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4F7F6"/>
          </a:solidFill>
          <a:ln/>
        </p:spPr>
      </p:sp>
      <p:sp>
        <p:nvSpPr>
          <p:cNvPr id="35" name="Shape 33"/>
          <p:cNvSpPr/>
          <p:nvPr/>
        </p:nvSpPr>
        <p:spPr>
          <a:xfrm>
            <a:off x="7059168" y="3913632"/>
            <a:ext cx="822960" cy="8229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059168" y="3913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300216" y="482803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300216" y="51206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ORM &amp; integration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924544" y="36576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4F7F6"/>
          </a:solidFill>
          <a:ln/>
        </p:spPr>
      </p:sp>
      <p:sp>
        <p:nvSpPr>
          <p:cNvPr id="40" name="Shape 38"/>
          <p:cNvSpPr/>
          <p:nvPr/>
        </p:nvSpPr>
        <p:spPr>
          <a:xfrm>
            <a:off x="9820656" y="3913632"/>
            <a:ext cx="822960" cy="8229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820656" y="3913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061704" y="482803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061704" y="51206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QA and release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Internship  •  Anshu Rana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Request to Response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13232"/>
          </a:xfrm>
          <a:prstGeom prst="rect">
            <a:avLst/>
          </a:prstGeom>
          <a:solidFill>
            <a:srgbClr val="1632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64592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UI, reusable components, Hooks, routing, forms, state management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10881360" cy="713232"/>
          </a:xfrm>
          <a:prstGeom prst="rect">
            <a:avLst/>
          </a:prstGeom>
          <a:solidFill>
            <a:srgbClr val="0F24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591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3591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backend APIs and frontend–backend communication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10881360" cy="713232"/>
          </a:xfrm>
          <a:prstGeom prst="rect">
            <a:avLst/>
          </a:prstGeom>
          <a:solidFill>
            <a:srgbClr val="163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0723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07238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— validates and models data exchanged through APIs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94176"/>
            <a:ext cx="10881360" cy="713232"/>
          </a:xfrm>
          <a:prstGeom prst="rect">
            <a:avLst/>
          </a:prstGeom>
          <a:solidFill>
            <a:srgbClr val="0F24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7856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378561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— database integration, storage, and management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07408"/>
            <a:ext cx="10881360" cy="713232"/>
          </a:xfrm>
          <a:prstGeom prst="rect">
            <a:avLst/>
          </a:prstGeom>
          <a:solidFill>
            <a:srgbClr val="1632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4988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449884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and FastAPI integrated for smooth end-to-end communication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881360" cy="713232"/>
          </a:xfrm>
          <a:prstGeom prst="rect">
            <a:avLst/>
          </a:prstGeom>
          <a:solidFill>
            <a:srgbClr val="0F24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2120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 Layer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52120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tested and prepared for deployment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Internship  •  Anshu Rana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8-Week Learning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65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&amp; Python Basics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44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full-stack concepts and environment setup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01568" y="16459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4448" y="182880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8444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78808" y="1865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Pydantic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2944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backend APIs; request handling, routing, validation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63056" y="16459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5936" y="182880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4593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40296" y="1865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 &amp; Hooks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2944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JSX, props, state management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24544" y="16459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07424" y="182880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07424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701784" y="1865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107424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07424" y="2944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React components; integrate with FastAPI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361188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379476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3831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with SQLAlchemy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4910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integration, CRUD operations, data management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01568" y="361188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84448" y="379476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584448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178808" y="3831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3584448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React &amp; State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3584448" y="4910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patterns, React Router, state management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63056" y="361188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45936" y="379476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45936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940296" y="3831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345936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345936" y="4910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Backend/frontend testing strategies and deployment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924544" y="361188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07424" y="379476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107424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701784" y="3831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107424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Full-Stack App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9107424" y="4910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design, frontend optimization; e-commerce platform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Internship  •  Anshu Rana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Capabilities Gained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184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Python backend development experience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700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design and build FastAPI-based APIs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216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and modeling using Pydantic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77316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development with Hooks and state management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6184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and CRUD operations with SQLAlchemy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74320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26700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Frontend–backend integration, routing, and form handling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79476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7216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API design, testing, and deployment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484632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477316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build and deliver a complete full-stack project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Internship  •  Anshu Rana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Completed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12283A"/>
          </a:solidFill>
          <a:ln w="12700">
            <a:solidFill>
              <a:srgbClr val="127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128016" cy="128016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2011680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Virtual Internship — Python Full Stack Development with Project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3017520"/>
            <a:ext cx="128016" cy="128016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0175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2926080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Academy, under AICTE National Internship Portal patronage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3931920"/>
            <a:ext cx="128016" cy="128016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9319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Proof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3840480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referenced in Chapter 3 of the internship report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" y="4846320"/>
            <a:ext cx="128016" cy="128016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8463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4754880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quizzes and learning-pathway skill badges, plus a Final Credential Validation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Internship  •  Anshu Rana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7335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Academy, Certificate of Virtual Internship — Python Full Stack Development with Project, 2026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7249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Documentation — docs.python.org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77647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Documentation — fastapi.tiangolo.com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46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82803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Documentation — docs.pydantic.dev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167335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Documentation — react.dev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7249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Documentation — sqlalchemy.org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77647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Documentation — redux.js.org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846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482803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Documentation — zustand.docs.pmnd.rs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Internship  •  Anshu Rana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2746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840480"/>
            <a:ext cx="5029200" cy="5029200"/>
          </a:xfrm>
          <a:prstGeom prst="ellipse">
            <a:avLst/>
          </a:prstGeom>
          <a:solidFill>
            <a:srgbClr val="12746A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517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Development Internship  |  AICTE – EduSkills Program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75504" y="4251960"/>
            <a:ext cx="182880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 Rana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0" y="48006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2410031253  | 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2026-09-10T17:09:55Z</dcterms:created>
  <dcterms:modified xsi:type="dcterms:W3CDTF">2026-09-10T17:09:55Z</dcterms:modified>
</cp:coreProperties>
</file>